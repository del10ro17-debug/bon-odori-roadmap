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37番付近を口頭で指差し。PDF必要な方はShoさんまで。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調理メンバー：りささん。仮割り—希望があれば調整。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各リーダー：1日トータルの安心人数。参考：2日合計16〜18名。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2222"/>
                </a:solidFill>
              </a:defRPr>
            </a:pPr>
            <a:r>
              <a:t>晴海盆踊り2026</a:t>
            </a:r>
          </a:p>
          <a:p>
            <a:r>
              <a:t>認識合わせ</a:t>
            </a:r>
          </a:p>
          <a:p>
            <a:br/>
            <a:pPr>
              <a:defRPr sz="2400">
                <a:solidFill>
                  <a:srgbClr val="222222"/>
                </a:solidFill>
              </a:defRPr>
            </a:pPr>
            <a:r>
              <a:t>5/30（土）19:30 · 坂倉家 · 60分</a:t>
            </a:r>
          </a:p>
          <a:p>
            <a:pPr>
              <a:defRPr sz="2400">
                <a:solidFill>
                  <a:srgbClr val="0017C1"/>
                </a:solidFill>
              </a:defRPr>
            </a:pPr>
            <a:r>
              <a:t>本番：7/11（土）· 7/12（日）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今夜決める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今夜のゴール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① 各チーム × 7/11・7/12 の「安心人数」を決める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② あと何人集めるか、全員で把握する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③ レイアウト・PayPay・スケジュール等の論点を整理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19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すでに決まっていること（1/2）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出店許可・保健所OK（再提出不要）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商材：ケバブ（1テント1品目）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調理：電源のみ · 火気不使用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野菜：事前加熱75℃ → 個別容器・ラベルで搬入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会場での仕込みは禁止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19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すでに決まっていること（2/2）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ブース：37番「ケバブ」（南側飲食列）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搬入：当日13時以降 · 公園内駐車不可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Times駐車場も当日終日閉鎖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夜間：警備なし → 原則テントに残置しない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✅ 決済：PayPay が基本（ゆうやさん準備中）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19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会場マップ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37番「ケバブ」— やぐらから南側・飲食列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隣：36（体験） / 38（とうもろこし焼き）</a:t>
            </a:r>
          </a:p>
        </p:txBody>
      </p:sp>
      <p:pic>
        <p:nvPicPr>
          <p:cNvPr id="5" name="Picture 4" descr="2026盆踊り大会_会場図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8046720" cy="56897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19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6チーム体制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315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6492240"/>
              </a:tblGrid>
              <a:tr h="4506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チーム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リーダー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主な役割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統括・会場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Sho Sakakura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全体判断、事務局、スタッフ募集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シフト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Hiro Takeyama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シフト割り当て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調理・衛生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Nozomi Aoshima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仕込み、加熱・保冷、試作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物流・備品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たくろう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搬入、設営・撤収、備品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会計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ゆうや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PayPay、価格、売上記録</a:t>
                      </a:r>
                    </a:p>
                  </a:txBody>
                  <a:tcPr/>
                </a:tc>
              </a:tr>
              <a:tr h="45067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子ども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Haruka Sakakura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子どもケア・安全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今夜決める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今夜決める：必要人数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474720"/>
                <a:gridCol w="3474720"/>
              </a:tblGrid>
              <a:tr h="44577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チーム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7/11（土）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7/12（日）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統括・会場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シフト・店頭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調理・衛生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物流・設営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会計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子ども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今夜決める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不足人数の出し方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必要人数 − 参加見込み ＝ 不足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7/11：必要　　　名 − 見込　　　名 ＝ 不足　　　名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7/12：必要　　　名 − 見込　　　名 ＝ 不足　　　名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→ 追加募集の優先を決める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本番までの道筋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743200"/>
            <a:ext cx="1325880" cy="1005840"/>
          </a:xfrm>
          <a:prstGeom prst="rect">
            <a:avLst/>
          </a:prstGeom>
          <a:solidFill>
            <a:srgbClr val="0017C1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5/31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人員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確定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3154680"/>
            <a:ext cx="118872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2" y="2743200"/>
            <a:ext cx="1325880" cy="1005840"/>
          </a:xfrm>
          <a:prstGeom prst="rect">
            <a:avLst/>
          </a:prstGeom>
          <a:solidFill>
            <a:srgbClr val="0017C1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6/7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たたき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2112" y="3154680"/>
            <a:ext cx="118872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00984" y="2743200"/>
            <a:ext cx="1325880" cy="1005840"/>
          </a:xfrm>
          <a:prstGeom prst="rect">
            <a:avLst/>
          </a:prstGeom>
          <a:solidFill>
            <a:srgbClr val="0017C1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6/13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準備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完結</a:t>
            </a:r>
          </a:p>
        </p:txBody>
      </p:sp>
      <p:sp>
        <p:nvSpPr>
          <p:cNvPr id="9" name="Rectangle 8"/>
          <p:cNvSpPr/>
          <p:nvPr/>
        </p:nvSpPr>
        <p:spPr>
          <a:xfrm>
            <a:off x="4626864" y="3154680"/>
            <a:ext cx="118872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45736" y="2743200"/>
            <a:ext cx="1325880" cy="1005840"/>
          </a:xfrm>
          <a:prstGeom prst="rect">
            <a:avLst/>
          </a:prstGeom>
          <a:solidFill>
            <a:srgbClr val="0017C1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6/15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3154680"/>
            <a:ext cx="118872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2743200"/>
            <a:ext cx="1325880" cy="1005840"/>
          </a:xfrm>
          <a:prstGeom prst="rect">
            <a:avLst/>
          </a:prstGeom>
          <a:solidFill>
            <a:srgbClr val="0017C1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6/21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試作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8" y="3154680"/>
            <a:ext cx="118872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743200"/>
            <a:ext cx="1325880" cy="1005840"/>
          </a:xfrm>
          <a:prstGeom prst="rect">
            <a:avLst/>
          </a:prstGeom>
          <a:solidFill>
            <a:srgbClr val="0017C1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6/30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シフト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19" y="3154680"/>
            <a:ext cx="118872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79992" y="2743200"/>
            <a:ext cx="1325880" cy="1005840"/>
          </a:xfrm>
          <a:prstGeom prst="rect">
            <a:avLst/>
          </a:prstGeom>
          <a:solidFill>
            <a:srgbClr val="0017C1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7/9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仕込み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05872" y="3154680"/>
            <a:ext cx="118872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24744" y="2743200"/>
            <a:ext cx="1325880" cy="1005840"/>
          </a:xfrm>
          <a:prstGeom prst="rect">
            <a:avLst/>
          </a:prstGeom>
          <a:solidFill>
            <a:srgbClr val="197A4B"/>
          </a:solidFill>
          <a:ln>
            <a:solidFill>
              <a:srgbClr val="001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7/11-12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本番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6/13「準備完璧」チェック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搬入手段（車両/台車）と入構証の要否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搬入計画1枚（誰が・何を・何時に）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備品リスト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販売価格・目標数量・仕入れ量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調理・衛生手順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シフト案（4シフト）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試作日（6/21）と担当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雨天時の仕入れ方針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□ 2日間の持ち帰り／再搬入の大枠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今夜決める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今夜の論点（1/2）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・テント内レイアウト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  調理 / PayPay端末 / 保冷 / 受け渡し動線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・当日準備の流れ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  搬入13時 → 設営 → 販売開始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→ 6/7 たたき台（たくろう） → 6/13 確定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今夜決める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今夜の論点（2/2）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・7/11・7/12 デイリースケジュール（時間軸）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・ソフトドリンクを扱うか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→ 今夜：論点整理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→ 6/7：各リーダーたたき台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19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PayPay決済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基本：PayPay支払い（ゆうやさん準備中）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今夜確認：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・誰が端末を操作するか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・売上の記録方法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・現金対応の要否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・シフト引き継ぎ時の会計フロー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今夜決める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ソフトドリンク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検討中：ソフトドリンクを購入するか？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⚠ 1テント1品目ルール → 事務局・保健所確認が必要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→ 6/7 までに方針決定（ゆうや + たくろう）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001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宿題と期限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2377440"/>
              </a:tblGrid>
              <a:tr h="44195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期限</a:t>
                      </a:r>
                    </a:p>
                  </a:txBody>
                  <a:tcPr>
                    <a:solidFill>
                      <a:srgbClr val="0017C1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全員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7/11・7/12 参加可否Web入力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5/31</a:t>
                      </a:r>
                    </a:p>
                  </a:txBody>
                  <a:tcPr/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Sho Sakakura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一次名簿 → Hiro Takeyama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5/31</a:t>
                      </a:r>
                    </a:p>
                  </a:txBody>
                  <a:tcPr/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ゆうや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バディ4名名簿反映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5/31</a:t>
                      </a:r>
                    </a:p>
                  </a:txBody>
                  <a:tcPr/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たくろう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搬入方針・備品リスト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/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ゆうや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PayPay案・価格たたき台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/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Nozomi Aoshima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調理・衛生手順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/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Hiro Takeyama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シフト案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6/7</a:t>
                      </a:r>
                    </a:p>
                  </a:txBody>
                  <a:tcPr/>
                </a:tc>
              </a:tr>
              <a:tr h="44196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Sho + たくろう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車両搬入要否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6/10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384048"/>
          </a:xfrm>
          <a:prstGeom prst="rect">
            <a:avLst/>
          </a:prstGeom>
          <a:solidFill>
            <a:srgbClr val="C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注意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気をつける点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・雨天中止 → 資材費・営業補填なし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・搬入13時以降＋駐車不可 → 設営遅延リスク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・夜間残置不可 → 2日間の持ち帰り／再搬入が必要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・申込外の機器・資材持込禁止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・スタッフ不足 → 調理・会計・列整理が回らない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次のアクション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📱 7/11・7/12 参加可否をWeb入力（5/31まで）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https://del10ro17-debug.github.io/bon-odori-roadmap/bon-odori/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📅 次回：6/13（土）19:00 準備完結MTG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❓ 質問・コメント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